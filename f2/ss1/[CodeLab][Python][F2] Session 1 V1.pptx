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914400"/>
            <a:ext cx="2194560" cy="457200"/>
          </a:xfrm>
          <a:prstGeom prst="rect">
            <a:avLst/>
          </a:prstGeom>
          <a:solidFill>
            <a:srgbClr val="FF450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 LEVEL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Lists Intro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เรียนรู้การเก็บข้อมูลหลายตัว ด้วย List!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1097280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CodeLab  •  The Data Master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วันนี้เรียนอะไร?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569CD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คืออะไร? + append()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53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list + เพิ่มของ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W1: รายการซื้อของ 7-11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13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ฝึก list + append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rgbClr val="569CD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remove() + pop() + len()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273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ลบของ + นับจำนวน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W2: กระเป๋านักเรียน GUI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ฝึก append+remove+len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502920" cy="502920"/>
          </a:xfrm>
          <a:prstGeom prst="ellipse">
            <a:avLst/>
          </a:prstGeom>
          <a:solidFill>
            <a:srgbClr val="569CD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"in" เช็คของใน List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353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ถามว่ามีอยู่ไหม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502920" cy="50292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Mini: เช็คดินสอ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313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ผสม if + list + in ทั้งหมด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502920" cy="50292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9496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+ Homework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273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แพลนเที่ยว + 3 ระดับ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663440"/>
            <a:ext cx="228600" cy="228600"/>
          </a:xfrm>
          <a:prstGeom prst="ellipse">
            <a:avLst/>
          </a:prstGeom>
          <a:solidFill>
            <a:srgbClr val="569CD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4663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สอน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663440"/>
            <a:ext cx="228600" cy="2286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663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0" y="4663440"/>
            <a:ext cx="228600" cy="22860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4663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 คืออะไร? + สร้าง List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ตัวแปรธรรมดา = กล่อง 1 ใบ   |   List = กล่องใหญ่ เก็บของได้หลายชิ้น!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1280160" cy="548640"/>
          </a:xfrm>
          <a:prstGeom prst="rect">
            <a:avLst/>
          </a:prstGeom>
          <a:solidFill>
            <a:srgbClr val="2D2D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4630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"Pun"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029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20240" y="1463040"/>
            <a:ext cx="1280160" cy="548640"/>
          </a:xfrm>
          <a:prstGeom prst="rect">
            <a:avLst/>
          </a:prstGeom>
          <a:solidFill>
            <a:srgbClr val="2D2D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20240" y="14630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"Fern"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920240" y="2029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463040"/>
            <a:ext cx="1280160" cy="548640"/>
          </a:xfrm>
          <a:prstGeom prst="rect">
            <a:avLst/>
          </a:prstGeom>
          <a:solidFill>
            <a:srgbClr val="2D2D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83280" y="14630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"Beam"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83280" y="2029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1463040"/>
            <a:ext cx="1280160" cy="548640"/>
          </a:xfrm>
          <a:prstGeom prst="rect">
            <a:avLst/>
          </a:prstGeom>
          <a:solidFill>
            <a:srgbClr val="2D2D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46320" y="14630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"Film"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2029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651760"/>
            <a:ext cx="4114800" cy="21945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สร้าง List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30175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ของ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["แอปเปิ้ล", "กล้วย", "ส้ม"]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ของ 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[95, 80, 72, 88]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ว่าง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 = []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2651760"/>
            <a:ext cx="4023360" cy="21945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0292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9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ลองพิมพ์ดู!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0" y="30175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["แอปเปิ้ล", "กล้วย", "ส้ม"]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print(fruits[0])  # ตัวแรก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แอปเปิ้ล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print(fruits[-1])  # ตัวสุดท้าย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ส้ม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เพิ่มของเข้า List — append()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8872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["แอปเปิ้ล", "กล้วย"]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เพิ่มของเข้าท้าย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fruits.append("ส้ม")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fruits.append("มะม่วง")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["แอปเปิ้ล", "กล้วย", "ส้ม", "มะม่วง"]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ภาพจำ: .append() = ยัดของใส่ท้ายกล่อง!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46320" y="1645920"/>
            <a:ext cx="914400" cy="640080"/>
          </a:xfrm>
          <a:prstGeom prst="rect">
            <a:avLst/>
          </a:prstGeom>
          <a:solidFill>
            <a:srgbClr val="2D2D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"แอปเปิ้ล"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1645920"/>
            <a:ext cx="914400" cy="640080"/>
          </a:xfrm>
          <a:prstGeom prst="rect">
            <a:avLst/>
          </a:prstGeom>
          <a:solidFill>
            <a:srgbClr val="2D2D2D"/>
          </a:solidFill>
          <a:ln w="25400">
            <a:solidFill>
              <a:srgbClr val="FF45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"กล้วย"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58000" y="1645920"/>
            <a:ext cx="914400" cy="640080"/>
          </a:xfrm>
          <a:prstGeom prst="rect">
            <a:avLst/>
          </a:prstGeom>
          <a:solidFill>
            <a:srgbClr val="3C3C3C"/>
          </a:solidFill>
          <a:ln w="25400">
            <a:solidFill>
              <a:srgbClr val="4EC9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"ส้ม"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863840" y="1645920"/>
            <a:ext cx="914400" cy="640080"/>
          </a:xfrm>
          <a:prstGeom prst="rect">
            <a:avLst/>
          </a:prstGeom>
          <a:solidFill>
            <a:srgbClr val="3C3C3C"/>
          </a:solidFill>
          <a:ln w="25400">
            <a:solidFill>
              <a:srgbClr val="4EC9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63840" y="1645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"มะม่วง"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46320" y="2377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เดิม →     ← ใหม่! →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2834640"/>
            <a:ext cx="4023360" cy="146304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9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ลองรับค่าจาก input!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= input("เพิ่มอะไร: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fruits.append(item)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W1: รายการซื้อของ 7-11 🏪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โจทย์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สร้าง list ของว่าง → ใส่ 3 อย่าง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เพิ่มของเข้าไปอีก 2 อย่าง (append)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print รายการทั้งหมด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เพิ่มของจาก input อีก 1 อย่าง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print รายการอีกครั้ง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10 นาที!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ตัวอย่าง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สร้างรายการซื้อของ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snacks = ["โอรีโอ", "เลย์", "โคอะลา"]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เพิ่มของ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snacks.append("นม")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snacks.append("น้ำ")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แสดงผล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print(snacks)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เพิ่มจาก input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input("เพิ่มอะไร: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snacks.append(x)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print(snacks)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ลบของออก — remove() &amp; pop()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21945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remove() — ลบตามชื่อ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["แอปเปิ้ล", "กล้วย", "ส้ม"]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fruits.remove("กล้วย")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["แอปเปิ้ล", "ส้ม"]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114800" cy="21945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pop() — ลบตัวสุดท้าย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5087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["แอปเปิ้ล", "กล้วย", "ส้ม"]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fruits.pop()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["แอปเปิ้ล", "กล้วย"]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8412480" cy="118872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สรุป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931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.remove("ชื่อ")  →  ลบตามชื่อ (ต้องรู้ชื่อ)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.pop()              →  ลบตัวสุดท้ายออก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นับจำนวนของ — len()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len() = นับจำนวนของใน List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["แอปเปิ้ล", "กล้วย", "ส้ม"]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print(len(fruits))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print(f"มีผลไม้ {len(fruits)} อย่าง")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มีผลไม้ 3 อย่าง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114800" cy="22860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ใช้ len() กับ if ได้!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50876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จำกัดจำนวนของในกระเป๋า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 = [...]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len(bag) &gt;= 5: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print("กระเป๋าเต็มแล้ว!")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bag.append("ของใหม่")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657600"/>
            <a:ext cx="841248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ตอนนี้รู้แล้ว!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4023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สร้าง list []    +    .append()    +    .remove()    +    .pop()    +    len()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W2: กระเป๋านักเรียน (GUI) 🎒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โจทย์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CTk Template ที่ให้มา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เปิดไฟล์ bag_app.py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แก้ฟังก์ชัน "เพิ่มของ" → ใช้ append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แก้ฟังก์ชัน "ลบของ" → ใช้ remove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แก้การแสดงจำนวน → ใช้ len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ลอง run แล้วกดปุ่มดู!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DC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15 นาที!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กระเป๋านักเรียน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20640" y="1737360"/>
            <a:ext cx="2377440" cy="365760"/>
          </a:xfrm>
          <a:prstGeom prst="rect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พิมพ์ชื่อของ...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1737360"/>
            <a:ext cx="548640" cy="36576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4" name="Text 11"/>
          <p:cNvSpPr/>
          <p:nvPr/>
        </p:nvSpPr>
        <p:spPr>
          <a:xfrm>
            <a:off x="758952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0" y="1737360"/>
            <a:ext cx="457200" cy="36576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20640" y="2286000"/>
            <a:ext cx="3566160" cy="18288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8" name="Text 15"/>
          <p:cNvSpPr/>
          <p:nvPr/>
        </p:nvSpPr>
        <p:spPr>
          <a:xfrm>
            <a:off x="5303520" y="2377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ดินสอ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ยางลบ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ไม้บรรทัด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สมุด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12064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ของในกระเป๋า: 4 ชิ้น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เช็คของใน List — "in"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210312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"in" = ถามว่า "มีอยู่ไหม?"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["แอปเปิ้ล", "กล้วย", "ส้ม"]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print("กล้วย" in fruits)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print("มะม่วง" in fruits)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False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114800" cy="210312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ใช้ "in" กับ if-else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5087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= input("หาอะไร: 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item in fruits: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print(f"มี {item} แล้ว!")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print(f"ไม่มี {item}")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fruits.append(item)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474720"/>
            <a:ext cx="8412480" cy="12801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ตอนนี้รู้ครบหมดแล้ว!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886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สร้าง list []  +  .append()  +  .remove()  +  .pop()  +  len()  +  "in"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พร้อมลุย Mini Challenge!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Mini: เช็คว่า "ดินสอ" อยู่ไหม? ✏️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412480" cy="347472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887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กระเป๋าของเรา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 = ["สมุด", "ยางลบ", "ไม้บรรทัด", "ปากกา"]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เช็คว่ามีดินสออยู่ไหม?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"ดินสอ" in bag: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print("มีดินสอแล้ว!")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print("ไม่มีดินสอ!")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bag.append("ดินสอ")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print("เพิ่มดินสอแล้ว!")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print(f"ตอนนี้มีของ {len(bag)} ชิ้น")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5 นาที!  |  ใช้ if + in + append + len รวมกัน!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Project: แพลนเที่ยววันหยุด 🏖️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สิ่งที่ต้องทำ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list เก็บสถานที่ท่องเที่ยว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 input จากผู้ใช้ → เพิ่มสถานที่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ลบสถานที่ที่ไม่อยากไป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แสดงรายการทั้งหมด + จำนวน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เช็คว่า "เชียงใหม่" อยู่ในแพลนไหม?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ถามพ่อแม่ว่าอยากไปไหน!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4023360" cy="31089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โค้ดเริ่มต้น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5087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places = []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เพิ่มสถานที่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input("อยากไปไหน: 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places.append(p1)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เพิ่มอีก 2-3 ที่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แสดงแพลน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print(places)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print(f"ไป {len(places)} ที่")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389120"/>
            <a:ext cx="841248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ใช้ความรู้ทั้งหมด: สร้าง list + append + remove + len + in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— 3 ระดับ!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2743200" cy="29260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HW1: บังคับ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15087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ของเตรียมไปค่าย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2240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เพิ่มของ 10 อย่าง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ลบออก 3 อย่าง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แสดงที่เหลือ + นับ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0" y="1005840"/>
            <a:ext cx="2743200" cy="29260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9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HW2: เก่ง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08760"/>
            <a:ext cx="320040" cy="32004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0876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8328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Playlist เพลงโปรด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383280" y="2240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เพิ่ม/ลบเพลง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เช็คว่ามีเพลงนี้ไหม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แสดง playlist ทั้งหมด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126480" y="1005840"/>
            <a:ext cx="2743200" cy="29260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20" name="Text 14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HW3: เก่งมาก!</a:t>
            </a:r>
            <a:endParaRPr lang="en-US" sz="14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508760"/>
            <a:ext cx="320040" cy="320040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1508760"/>
            <a:ext cx="320040" cy="320040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2340" y="1508760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30936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เมนูอาหาร 7 วัน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6309360" y="2240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จำกัด 7 (len + if)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ถามแม่ว่าอยากกินอะไร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แสดงเมนูทั้ง 7 วัน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ส่งผ่าน Trinket + โชว์ให้ผู้ปกครองดู!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สรุปวันนี้!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412480" cy="5943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0972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1097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[]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0" y="1097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เก็บข้อมูลหลายตัวในกล่องเดียว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8412480" cy="594360"/>
          </a:xfrm>
          <a:prstGeom prst="rect">
            <a:avLst/>
          </a:prstGeom>
          <a:solidFill>
            <a:srgbClr val="252526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18288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1828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.append()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14800" y="1828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เพิ่มของเข้าท้าย list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560320"/>
            <a:ext cx="8412480" cy="5943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25603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97280" y="2560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.remove() / .pop()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14800" y="2560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ลบของออกจาก list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291840"/>
            <a:ext cx="8412480" cy="594360"/>
          </a:xfrm>
          <a:prstGeom prst="rect">
            <a:avLst/>
          </a:prstGeom>
          <a:solidFill>
            <a:srgbClr val="252526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" y="32918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97280" y="3291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14800" y="3291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นับจำนวนของใน list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4023360"/>
            <a:ext cx="8412480" cy="5943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40233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97280" y="40233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"in"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114800" y="40233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เช็คว่ามีของอยู่ไหม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4572000"/>
            <a:ext cx="8412480" cy="41148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ครั้งหน้า → Session 2: Access &amp; Slicing — ดึงข้อมูลจาก List!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[CodeLab] Python LV2 - Session 1: Lists Intro</dc:title>
  <dc:subject>PptxGenJS Presentation</dc:subject>
  <dc:creator>CodeLab</dc:creator>
  <cp:lastModifiedBy>CodeLab</cp:lastModifiedBy>
  <cp:revision>1</cp:revision>
  <dcterms:created xsi:type="dcterms:W3CDTF">2026-03-20T02:00:32Z</dcterms:created>
  <dcterms:modified xsi:type="dcterms:W3CDTF">2026-03-20T02:00:32Z</dcterms:modified>
</cp:coreProperties>
</file>